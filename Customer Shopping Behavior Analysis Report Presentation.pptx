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 ?><Relationships xmlns="http://schemas.openxmlformats.org/package/2006/relationships"><Relationship Id="rId1" Target="../media/image-5-1.jpeg" Type="http://schemas.openxmlformats.org/officeDocument/2006/relationships/image"/><Relationship Id="rId2" Target="../slideLayouts/slideLayout6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slideLayouts/slideLayout7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slideLayouts/slideLayout8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slideLayouts/slideLayout9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slideLayouts/slideLayout10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transactional data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425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Overview &amp; Dataset Summary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Goal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8992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3,900 purchases to optimize operations, understand preferences, and enhance subscription strategies.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6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Snapshot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189928"/>
            <a:ext cx="35015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rows, 18 columns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features: demographics, purchase details, shopping behavior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data: 37 values in 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101500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 (Python)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40819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 with pandas, checked structure and summary statistics.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Review Ratings using median per category.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5835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Column Standardization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Renamed columns to snake_case for readability.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age_group and purchase_frequency_days.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PostgreSQL for SQL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24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SQL Analysis Findings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33775"/>
            <a:ext cx="28648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1491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Female: $75,191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8189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Male: $157,890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353377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4469249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Gloves: 3.86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Sandals: 3.84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Boots: 3.82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Hat: 3.80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Skirt: 3.78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619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Subscription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34649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Comparison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28196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Standard: $58.46 avg purchase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8489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Express: $60.48 avg purchase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346490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428196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Subscribers: 1053 customers, $59.49 avg spend, $62,645 total revenue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557474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Non-Subscribers: 2847 customers, $59.87 avg spend, $170,436 total revenue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3690"/>
            <a:ext cx="74864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&amp; Segmentation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7944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114919"/>
            <a:ext cx="35015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Hat: 50.00% discounted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Sneakers: 49.66% discounted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Coat: 49.07% discounted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Sweater: 48.17% discounted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Pants: 47.37% discounted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179445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114919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Loyal: 3116 customers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Returning: 701 customers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New: 83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74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&amp; Age Group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91972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per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327446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Accessories: Jewelry, Sunglasses, Belt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Clothing: Blouse, Pants, Shirt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Footwear: Sandals, Shoes, Sneakers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Outerwear: Jacket, Coat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391972"/>
            <a:ext cx="3337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973116"/>
            <a:ext cx="35015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Adult: $62,143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Middle-aged: $59,197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Adult: $55,978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Senior: $55,763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89599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 &amp; Subscriptions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3026"/>
            <a:ext cx="4205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Status for Repeat Buyers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88500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No: 2518 repeat buyers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5475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Yes: 958 repeat buyers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322451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with &gt;5 purchases are more likely to subscribe.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327434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Dashboard: Visualizing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dashboard presenting key customer behavior metrics.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384"/>
            <a:ext cx="81537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1791"/>
            <a:ext cx="3090505" cy="2039422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136225"/>
            <a:ext cx="26216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980974"/>
            <a:ext cx="26216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901791"/>
            <a:ext cx="3090624" cy="2039422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3136225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Loyalty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543" y="3626644"/>
            <a:ext cx="26217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901791"/>
            <a:ext cx="3090624" cy="2039422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3136225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980974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with margins.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901791"/>
            <a:ext cx="3090624" cy="2039422"/>
          </a:xfrm>
          <a:prstGeom prst="roundRect">
            <a:avLst>
              <a:gd name="adj" fmla="val 467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3136225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420" y="3980974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items.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68027"/>
            <a:ext cx="130428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224" y="5402461"/>
            <a:ext cx="28592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8224" y="5892879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2026-02-23T06:06:27Z</dcterms:created>
  <dcterms:modified xsi:type="dcterms:W3CDTF">2026-02-23T06:06:27Z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1397929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S10.9.5</vt:lpwstr>
  </property>
</Properties>
</file>